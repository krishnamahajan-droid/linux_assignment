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7" r:id="rId10"/>
    <p:sldId id="268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C4B1758-057F-4D30-9C15-087A84B28C98}" v="1" dt="2025-11-19T06:38:35.6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ishnamahajanb9@gmail.com" userId="af0c4c9c899b5c89" providerId="LiveId" clId="{9B3F0DC3-437F-4107-BA56-7C315CE19346}"/>
    <pc:docChg chg="modSld">
      <pc:chgData name="krishnamahajanb9@gmail.com" userId="af0c4c9c899b5c89" providerId="LiveId" clId="{9B3F0DC3-437F-4107-BA56-7C315CE19346}" dt="2025-11-19T06:39:02.409" v="33" actId="20577"/>
      <pc:docMkLst>
        <pc:docMk/>
      </pc:docMkLst>
      <pc:sldChg chg="modSp mod">
        <pc:chgData name="krishnamahajanb9@gmail.com" userId="af0c4c9c899b5c89" providerId="LiveId" clId="{9B3F0DC3-437F-4107-BA56-7C315CE19346}" dt="2025-11-19T06:39:02.409" v="33" actId="20577"/>
        <pc:sldMkLst>
          <pc:docMk/>
          <pc:sldMk cId="0" sldId="267"/>
        </pc:sldMkLst>
        <pc:spChg chg="mod">
          <ac:chgData name="krishnamahajanb9@gmail.com" userId="af0c4c9c899b5c89" providerId="LiveId" clId="{9B3F0DC3-437F-4107-BA56-7C315CE19346}" dt="2025-11-19T06:39:02.409" v="33" actId="20577"/>
          <ac:spMkLst>
            <pc:docMk/>
            <pc:sldMk cId="0" sldId="267"/>
            <ac:spMk id="2" creationId="{00000000-0000-0000-0000-000000000000}"/>
          </ac:spMkLst>
        </pc:spChg>
        <pc:spChg chg="mod">
          <ac:chgData name="krishnamahajanb9@gmail.com" userId="af0c4c9c899b5c89" providerId="LiveId" clId="{9B3F0DC3-437F-4107-BA56-7C315CE19346}" dt="2025-11-19T06:38:35.618" v="26"/>
          <ac:spMkLst>
            <pc:docMk/>
            <pc:sldMk cId="0" sldId="267"/>
            <ac:spMk id="3" creationId="{00000000-0000-0000-0000-000000000000}"/>
          </ac:spMkLst>
        </pc:spChg>
        <pc:picChg chg="mod">
          <ac:chgData name="krishnamahajanb9@gmail.com" userId="af0c4c9c899b5c89" providerId="LiveId" clId="{9B3F0DC3-437F-4107-BA56-7C315CE19346}" dt="2025-11-19T06:38:58.089" v="32" actId="14100"/>
          <ac:picMkLst>
            <pc:docMk/>
            <pc:sldMk cId="0" sldId="267"/>
            <ac:picMk id="5" creationId="{51C7C41B-ED2E-4502-78D4-CDD349692BB3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288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684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372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993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310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9063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845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8538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338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0335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925994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834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058788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4227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1707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4451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4039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hyperlink" Target="https://github.com/krishnamahajan-droid/LINUX_ASSIGNMENT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Linux &amp; Open Source Tools Assignment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t>Krishna Mahajan</a:t>
            </a:r>
          </a:p>
          <a:p>
            <a:r>
              <a:t>B.Tech CSE – KR Mangalam University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Linux Installation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CONTAINS SCREENSHOTS</a:t>
            </a:r>
            <a:endParaRPr dirty="0"/>
          </a:p>
          <a:p>
            <a:r>
              <a:rPr dirty="0"/>
              <a:t>- VirtualBox setup</a:t>
            </a:r>
          </a:p>
          <a:p>
            <a:r>
              <a:rPr dirty="0"/>
              <a:t>- ISO mounting</a:t>
            </a:r>
          </a:p>
          <a:p>
            <a:r>
              <a:rPr dirty="0"/>
              <a:t>- Ubuntu installation steps</a:t>
            </a:r>
          </a:p>
          <a:p>
            <a:r>
              <a:rPr dirty="0"/>
              <a:t>- First boot screen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6165CC6-D319-EA14-C441-A318EDC04B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8143" y="1853755"/>
            <a:ext cx="3038168" cy="1602538"/>
          </a:xfrm>
          <a:prstGeom prst="rect">
            <a:avLst/>
          </a:prstGeom>
        </p:spPr>
      </p:pic>
      <p:pic>
        <p:nvPicPr>
          <p:cNvPr id="7" name="Picture 6" descr="A computer screen shot of a computer screen&#10;&#10;AI-generated content may be incorrect.">
            <a:extLst>
              <a:ext uri="{FF2B5EF4-FFF2-40B4-BE49-F238E27FC236}">
                <a16:creationId xmlns:a16="http://schemas.microsoft.com/office/drawing/2014/main" id="{E1C8D307-9014-E97A-F6EB-B7F404C9EC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6044" y="3535432"/>
            <a:ext cx="2902366" cy="18517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Navigation Commands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</a:t>
            </a:r>
            <a:r>
              <a:rPr lang="en-IN" dirty="0"/>
              <a:t>S</a:t>
            </a:r>
            <a:r>
              <a:rPr dirty="0" err="1"/>
              <a:t>creenshots</a:t>
            </a:r>
            <a:r>
              <a:rPr dirty="0"/>
              <a:t> for:</a:t>
            </a:r>
          </a:p>
          <a:p>
            <a:r>
              <a:rPr dirty="0"/>
              <a:t>- </a:t>
            </a:r>
            <a:r>
              <a:rPr dirty="0" err="1"/>
              <a:t>pwd</a:t>
            </a:r>
            <a:endParaRPr dirty="0"/>
          </a:p>
          <a:p>
            <a:r>
              <a:rPr dirty="0"/>
              <a:t>- ls / ls -l</a:t>
            </a:r>
          </a:p>
          <a:p>
            <a:r>
              <a:rPr dirty="0"/>
              <a:t>- cd</a:t>
            </a:r>
          </a:p>
          <a:p>
            <a:r>
              <a:rPr dirty="0"/>
              <a:t>- tree</a:t>
            </a: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321E311-6052-1DBB-E086-EA20E3659C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2775" y="1853755"/>
            <a:ext cx="2902060" cy="1575245"/>
          </a:xfrm>
          <a:prstGeom prst="rect">
            <a:avLst/>
          </a:prstGeom>
        </p:spPr>
      </p:pic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596A96D-F258-52F4-4280-5813F46D09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4955" y="3510116"/>
            <a:ext cx="3029880" cy="1445342"/>
          </a:xfrm>
          <a:prstGeom prst="rect">
            <a:avLst/>
          </a:prstGeom>
        </p:spPr>
      </p:pic>
      <p:pic>
        <p:nvPicPr>
          <p:cNvPr id="15" name="Picture 1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A4BF4B5-6C1C-F6C7-3B96-EB3FF77890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5689" y="5275033"/>
            <a:ext cx="4670323" cy="108299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File &amp; Folder Commands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📸 Add screenshots for:</a:t>
            </a:r>
          </a:p>
          <a:p>
            <a:r>
              <a:t>- mkdir</a:t>
            </a:r>
          </a:p>
          <a:p>
            <a:r>
              <a:t>- touch</a:t>
            </a:r>
          </a:p>
          <a:p>
            <a:r>
              <a:t>- cp</a:t>
            </a:r>
          </a:p>
          <a:p>
            <a:r>
              <a:t>- mv</a:t>
            </a:r>
          </a:p>
          <a:p>
            <a:r>
              <a:t>- rm / rm -r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9C3C370-3EBA-B96D-B654-419F88CD94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4076" y="1171999"/>
            <a:ext cx="4395021" cy="2557211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E533F90-C760-285D-8044-8E6F9B8F4F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0787" y="3844414"/>
            <a:ext cx="4994787" cy="287259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Permissions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</a:t>
            </a:r>
            <a:r>
              <a:rPr lang="en-IN" dirty="0"/>
              <a:t>S</a:t>
            </a:r>
            <a:r>
              <a:rPr dirty="0" err="1"/>
              <a:t>creenshots</a:t>
            </a:r>
            <a:r>
              <a:rPr dirty="0"/>
              <a:t> for:</a:t>
            </a:r>
          </a:p>
          <a:p>
            <a:r>
              <a:rPr dirty="0"/>
              <a:t>- </a:t>
            </a:r>
            <a:r>
              <a:rPr dirty="0" err="1"/>
              <a:t>chmod</a:t>
            </a:r>
            <a:endParaRPr dirty="0"/>
          </a:p>
          <a:p>
            <a:r>
              <a:rPr dirty="0"/>
              <a:t>- </a:t>
            </a:r>
            <a:r>
              <a:rPr dirty="0" err="1"/>
              <a:t>chown</a:t>
            </a:r>
            <a:endParaRPr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A2A6A98-3944-3946-297E-E01F73A907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9110" y="1001241"/>
            <a:ext cx="5574889" cy="485551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📸 Add screenshots for:</a:t>
            </a:r>
          </a:p>
          <a:p>
            <a:r>
              <a:t>- ps</a:t>
            </a:r>
          </a:p>
          <a:p>
            <a:r>
              <a:t>- top</a:t>
            </a:r>
          </a:p>
          <a:p>
            <a:r>
              <a:t>- kill</a:t>
            </a:r>
          </a:p>
        </p:txBody>
      </p:sp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D7AFE37E-16F0-E5BF-E078-53B3C9DB42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7768" y="1001241"/>
            <a:ext cx="5496232" cy="541922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Disk Usage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📸 Add screenshot for:</a:t>
            </a:r>
          </a:p>
          <a:p>
            <a:r>
              <a:t>- df -h</a:t>
            </a:r>
          </a:p>
        </p:txBody>
      </p:sp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F5338D04-B1D8-AC42-0394-EF3237D18A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8606" y="1003624"/>
            <a:ext cx="5545394" cy="56331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Shell Script: backup.sh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📸 Add:</a:t>
            </a:r>
          </a:p>
          <a:p>
            <a:r>
              <a:t>- Script code in nano</a:t>
            </a:r>
          </a:p>
          <a:p>
            <a:r>
              <a:t>- Script output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4F759E5-3671-7647-99E5-B222238238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3135" y="1270000"/>
            <a:ext cx="5338918" cy="3125622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0956079-5DF3-D829-5609-A1E8495EF7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7161" y="4359056"/>
            <a:ext cx="5810865" cy="245788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GitHub Submission</a:t>
            </a:r>
            <a:r>
              <a:rPr lang="en-IN" dirty="0"/>
              <a:t> 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</a:t>
            </a:r>
            <a:r>
              <a:rPr lang="en-IN" dirty="0"/>
              <a:t>S</a:t>
            </a:r>
            <a:r>
              <a:rPr dirty="0" err="1"/>
              <a:t>creenshots</a:t>
            </a:r>
            <a:r>
              <a:rPr dirty="0"/>
              <a:t> of:</a:t>
            </a:r>
          </a:p>
          <a:p>
            <a:r>
              <a:rPr dirty="0"/>
              <a:t>- Repo page</a:t>
            </a:r>
          </a:p>
          <a:p>
            <a:r>
              <a:rPr dirty="0"/>
              <a:t>- Uploaded files</a:t>
            </a:r>
          </a:p>
          <a:p>
            <a:r>
              <a:rPr dirty="0"/>
              <a:t>- README.md</a:t>
            </a:r>
          </a:p>
          <a:p>
            <a:r>
              <a:rPr dirty="0"/>
              <a:t>- Commit history</a:t>
            </a:r>
            <a:endParaRPr lang="en-IN" dirty="0"/>
          </a:p>
          <a:p>
            <a:r>
              <a:rPr lang="en-IN" dirty="0"/>
              <a:t>Git Hub Link</a:t>
            </a:r>
          </a:p>
          <a:p>
            <a:r>
              <a:rPr lang="en-IN" dirty="0" err="1">
                <a:hlinkClick r:id="rId2"/>
              </a:rPr>
              <a:t>krishnamahajan</a:t>
            </a:r>
            <a:r>
              <a:rPr lang="en-IN" dirty="0">
                <a:hlinkClick r:id="rId2"/>
              </a:rPr>
              <a:t>-droid/LINUX_ASSIGNMENT: Linux Assignment for computer fundamentals and career pathways showing different commands in </a:t>
            </a:r>
            <a:r>
              <a:rPr lang="en-IN" dirty="0" err="1">
                <a:hlinkClick r:id="rId2"/>
              </a:rPr>
              <a:t>linux</a:t>
            </a:r>
            <a:r>
              <a:rPr lang="en-IN" dirty="0">
                <a:hlinkClick r:id="rId2"/>
              </a:rPr>
              <a:t> and backup shell script</a:t>
            </a:r>
            <a:endParaRPr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1C7C41B-ED2E-4502-78D4-CDD349692B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2310" y="0"/>
            <a:ext cx="283169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Reflection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Summarize:</a:t>
            </a:r>
          </a:p>
          <a:p>
            <a:r>
              <a:t>- What you learned</a:t>
            </a:r>
          </a:p>
          <a:p>
            <a:r>
              <a:t>- Challenges faced</a:t>
            </a:r>
          </a:p>
          <a:p>
            <a:r>
              <a:t>- Real-world usage of Linux &amp; shell scripting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23</TotalTime>
  <Words>195</Words>
  <Application>Microsoft Office PowerPoint</Application>
  <PresentationFormat>On-screen Show (4:3)</PresentationFormat>
  <Paragraphs>52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Trebuchet MS</vt:lpstr>
      <vt:lpstr>Wingdings 3</vt:lpstr>
      <vt:lpstr>Facet</vt:lpstr>
      <vt:lpstr>Linux &amp; Open Source Tools Assignment</vt:lpstr>
      <vt:lpstr>Linux Installation</vt:lpstr>
      <vt:lpstr>Navigation Commands</vt:lpstr>
      <vt:lpstr>File &amp; Folder Commands</vt:lpstr>
      <vt:lpstr>Permissions</vt:lpstr>
      <vt:lpstr>Process Monitoring</vt:lpstr>
      <vt:lpstr>Disk Usage</vt:lpstr>
      <vt:lpstr>Shell Script: backup.sh</vt:lpstr>
      <vt:lpstr>GitHub Submission </vt:lpstr>
      <vt:lpstr>Conclusion &amp; Reflection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krishnamahajanb9@gmail.com</cp:lastModifiedBy>
  <cp:revision>2</cp:revision>
  <dcterms:created xsi:type="dcterms:W3CDTF">2013-01-27T09:14:16Z</dcterms:created>
  <dcterms:modified xsi:type="dcterms:W3CDTF">2025-11-19T06:39:19Z</dcterms:modified>
  <cp:category/>
</cp:coreProperties>
</file>